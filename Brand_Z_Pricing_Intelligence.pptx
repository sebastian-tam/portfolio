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Model Accuracy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XGBoost</c:v>
                </c:pt>
                <c:pt idx="1">
                  <c:v>Baseline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</c:v>
                </c:pt>
                <c:pt idx="1">
                  <c:v>23.9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Brand Z Pricing Positioning by Distance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Ratio vs Council T1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5 mi
(Premium)</c:v>
                </c:pt>
                <c:pt idx="1">
                  <c:v>10 mi
(Baseline)</c:v>
                </c:pt>
                <c:pt idx="2">
                  <c:v>20 mi
(Undercut)</c:v>
                </c:pt>
                <c:pt idx="3">
                  <c:v>30 mi
(Deep Undercut)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1.246</c:v>
                </c:pt>
                <c:pt idx="1">
                  <c:v>1.0</c:v>
                </c:pt>
                <c:pt idx="2">
                  <c:v>0.85</c:v>
                </c:pt>
                <c:pt idx="3">
                  <c:v>0.668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Brand Z Pricing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34D399"/>
                </a:solidFill>
              </a:defRPr>
            </a:pPr>
            <a:r>
              <a:t>Competitive Success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Project Lead: Sebastian Tam (Growth Leader &amp; AI Architect)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34D30"/>
                </a:solidFill>
              </a:defRPr>
            </a:pPr>
            <a:r>
              <a:t>1. SITUATION: The "Black Box"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Context: Brand Z uses demand-responsive dynamic pricing in Bath with no public API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The Problem: Prices fluctuate hourly, making it impossible to benchmark Zippe's competitiveness against regulated council tariffs using static data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Strategic Impact: Without real-time pricing visibility, Zippe cannot optimize pricing strategy or respond to competitive threats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34D30"/>
                </a:solidFill>
              </a:defRPr>
            </a:pPr>
            <a:r>
              <a:t>2. TASK: Reverse-Engineering the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Objective: Build a self-improving AI system to predict live Brand Z fares for any route and vehicle class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KPI Target: Achieve a Mean Absolute Percentage Error (MAPE) of &lt;11% to ensure strategic reliability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Success Criteria: Model must be accurate enough to inform real-time pricing decisions with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34D30"/>
                </a:solidFill>
              </a:defRPr>
            </a:pPr>
            <a:r>
              <a:t>3. ACTION: The AI &amp; Data Sprint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Data Scale: Automated scraping of 5,524,786 fare observations across 1,960 unique routes over 18 days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Technical Build: Developed a 46-feature XGBoost Machine Learning model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Innovation: Integrated 'Phase 1+2+3 Variance Features,' including cyclical hour/day patterns and Bath Council Tariff anchors as structural predictors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Infrastructure: Continuous self-improving pipeline with hourly retraining capability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34D30"/>
                </a:solidFill>
              </a:defRPr>
            </a:pPr>
            <a:r>
              <a:t>4. RESULT: Strategic Market Dominance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0584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4846320" y="1005840"/>
            <a:ext cx="1005840" cy="10058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5.5M+</a:t>
            </a:r>
            <a:br/>
            <a:r>
              <a:t>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005840"/>
            <a:ext cx="1005840" cy="10058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46</a:t>
            </a:r>
            <a:br/>
            <a:r>
              <a:t>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005840"/>
            <a:ext cx="1005840" cy="100584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7.3%</a:t>
            </a:r>
            <a:br/>
            <a:r>
              <a:t>MAPE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Short Trips (&lt;5mi): Brand Z maintains a 24.6% price premium over council rates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Long-Haul (20-30mi): Brand Z aggressively undercuts the council by 33.2%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Surge Peak: 14:00 Afternoon Peak is the most expensive window (+26% above baseline)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34D30"/>
                </a:solidFill>
              </a:defRPr>
            </a:pPr>
            <a:r>
              <a:t>Brand Z vs. Council Pricing Strategy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97280"/>
          <a:ext cx="768096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1E293B"/>
                </a:solidFill>
              </a:defRPr>
            </a:pPr>
            <a:r>
              <a:t>Strategic Insight: Brand Z uses dynamic pricing to compete on short routes (premium model) while aggressively competing on long routes (volume strategy). This dual approach maximizes revenue capture across market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✓ Implement dynamic pricing on short routes to defend against Brand Z premium positioning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✓ Develop competitive underpricing strategy for high-volume long routes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✓ Deploy real-time surge monitoring at 14:00 peak to capture demand elasticity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✓ Integrate Brand Z pricing signals into Zippe's live pricing algorithm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